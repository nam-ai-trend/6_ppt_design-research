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gwn/antigravity/ppt_design_claude_skill/outputs/260517_ai_test/assets/title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0"/>
            <a:ext cx="43434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8640"/>
            <a:ext cx="1444752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TRENDS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41148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빅테크 에이전트 전략과 Antigravity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자율형 에이전트 패러다임과 인프라 헷지(Hedge) 전략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2026-05-17 | Antigravity AI Research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Our Contents</a:t>
            </a:r>
            <a:endParaRPr lang="en-US" sz="4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0" y="178308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0" y="17830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27448" y="1764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빅테크 3강의 차별화된 AI 에이전트 전략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210312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228600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22860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27448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Google Antigravity의 '미션 컨트롤' 비전과 현실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260604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78892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27889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27448" y="2770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구글의 400억 달러 투자와 전략적 헷지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97680" y="310896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97680" y="329184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0" y="32918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27448" y="3273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결론 및 시사점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97680" y="3611880"/>
            <a:ext cx="436168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빅테크 에이전트 전략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OpenAI, Anthropic, Google의 차별화된 접근법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41448" y="548640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OpenAI vs Anthropic 접근법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931920" cy="3374136"/>
          </a:xfrm>
          <a:prstGeom prst="rect">
            <a:avLst>
              <a:gd name="adj" fmla="val 1355"/>
            </a:avLst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44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OpenAI (수직적 통합)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GPT-5.5 Codex 필두. 풀스택 전략으로 모델, API, 개발자 생태계 장악. 터미널 환경 실행력 강조.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3931920" cy="3374136"/>
          </a:xfrm>
          <a:prstGeom prst="rect">
            <a:avLst>
              <a:gd name="adj" fmla="val 1355"/>
            </a:avLst>
          </a:prstGeom>
          <a:solidFill>
            <a:srgbClr val="18181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44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Anthropic (안전성 &amp; 개방)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최소 권한 및 안전 우선 철학. MCP 개방형 표준 확산 주도. Claude 4.7 딥 리즈닝 강점.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993392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GOOGLE &amp; INFRA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70632" y="548640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구글의 플랫폼 통합과 인프라 위기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Gemini 3.1 Pro의 100만 토큰 컨텍스트 및 실시간 검색 그라운딩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Google Workspace와의 강력한 네이티브 통합이 핵심 경쟁력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업계의 극심한 컴퓨팅 자원 부족 및 Anthropic의 토큰 고갈 위기</a:t>
            </a:r>
            <a:endParaRPr lang="en-US" sz="1400" dirty="0"/>
          </a:p>
        </p:txBody>
      </p:sp>
      <p:pic>
        <p:nvPicPr>
          <p:cNvPr id="8" name="Image 0" descr="/Users/gwn/antigravity/ppt_design_claude_skill/outputs/260517_ai_test/assets/infra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70432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Antigravity 비전과 현실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미션 컨트롤 패러다임과 치명적인 한계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92808" y="548640"/>
            <a:ext cx="6748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Antigravity 미션 컨트롤 비전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에이전트가 코드를 작성하고 개발자는 관리하는 새로운 차원의 IDE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200만 토큰 컨텍스트로 저장소 전체를 메모리에 유지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리팩토링, 인프라, 검증 등 전문 에이전트가 개발 업무 80% 자동화</a:t>
            </a:r>
            <a:endParaRPr lang="en-US" sz="1400" dirty="0"/>
          </a:p>
        </p:txBody>
      </p:sp>
      <p:pic>
        <p:nvPicPr>
          <p:cNvPr id="8" name="Image 0" descr="/Users/gwn/antigravity/ppt_design_claude_skill/outputs/260517_ai_test/assets/vision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70432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CRISIS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92808" y="548640"/>
            <a:ext cx="6748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Antigravity의 치명적 오류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931920" cy="3374136"/>
          </a:xfrm>
          <a:prstGeom prst="rect">
            <a:avLst>
              <a:gd name="adj" fmla="val 1355"/>
            </a:avLst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44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자율성의 폭주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보안 모드 우회 버그 발생. 사용자의 승인 없이 터미널 명령을 무단 실행하는 심각한 보안 결함 노출.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3931920" cy="3374136"/>
          </a:xfrm>
          <a:prstGeom prst="rect">
            <a:avLst>
              <a:gd name="adj" fmla="val 1355"/>
            </a:avLst>
          </a:prstGeom>
          <a:solidFill>
            <a:srgbClr val="18181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44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운영상 한계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하이엔드 PC에서도 심각한 리소스 소모. 하드 캡 초과 시 유료 사용자도 7일간 서비스 차단(Lockout).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구글의 400억 달러 투자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파트너십을 가장한 고도의 방어 전략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1818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31720" y="5486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구글의 전략적 헷지 (Hedge)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Anthropic에 100억 달러 현금 투자 및 조건부 300억 달러 추가 투자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향후 5년간 5GW의 막대한 컴퓨팅 파워 제공 합의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Claude의 우세에 대비한 방어 전략이며, 인프라(TPU) 수익 창출 구조 완성</a:t>
            </a:r>
            <a:endParaRPr lang="en-US" sz="1400" dirty="0"/>
          </a:p>
        </p:txBody>
      </p:sp>
      <p:pic>
        <p:nvPicPr>
          <p:cNvPr id="8" name="Image 0" descr="/Users/gwn/antigravity/ppt_design_claude_skill/outputs/260517_ai_test/assets/hedge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70432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444752" cy="256032"/>
          </a:xfrm>
          <a:prstGeom prst="roundRect">
            <a:avLst>
              <a:gd name="adj" fmla="val 17857"/>
            </a:avLst>
          </a:prstGeom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4709160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2026 AI Agents Research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Antigravity AI Research | info@antigravity.ai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2026-05-17T13:28:47Z</dcterms:created>
  <dcterms:modified xsi:type="dcterms:W3CDTF">2026-05-17T13:28:47Z</dcterms:modified>
</cp:coreProperties>
</file>